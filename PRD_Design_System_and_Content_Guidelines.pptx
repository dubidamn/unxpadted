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CLASH OF UNXPADTED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&amp; Content PRD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Technical &amp; Visual Requirements for Graphic Designers and Game Content Writers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206240"/>
            <a:ext cx="10332720" cy="1645920"/>
          </a:xfrm>
          <a:prstGeom prst="rect">
            <a:avLst/>
          </a:prstGeom>
          <a:solidFill>
            <a:srgbClr val="121212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Specification: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47548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Hardware Focus: Infinix XPAD 30 Pro (11" 2K Display, 90Hz Refresh)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Target Audience: Slash Gen Students (18–25) — Academics x Esports Esports Hybrid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Delivery Format: PptxGenJS Documented PRD for Graphic Assets &amp; Content Templates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 &amp; Product Vision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Infinix XPAD 30 Pro x Ruangguru  |  Clash of Unxpadted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Core Product Concept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Hybrid Tournament Platform: Combines Esports speed with Academic challenge (Ruangguru).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Multi-screen Real-time Sync: Node.js + Socket.IO server orchestrating Stage Display, Gamemaster Panel, and Player Tablets.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Zero-Latency Responsiveness: Built for instant touch response on XPAD 30 Pro tablets.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Dark-Mode Cyber Aesthetic: Styled for high contrast outdoor esports arenas.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12064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Dual Stakeholder Guidelines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🎨 FOR GRAPHIC DESIGNERS: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Standardized SVG &amp; PNG asset specs.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Strict color tokens &amp; 2K display DPI scaling.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Touch feedback states (Idle, Hover, Active, Shockwave).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FOR GAME CONTENT WRITERS: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Universal CSV formatting rules &amp; syntax delimiters.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Precise character counts for 4 game stations.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Automated validation &amp; live GM import rules.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— Color Tokens &amp; Palette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Infinix XPAD 30 Pro x Ruangguru  |  Clash of Unxpadted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468880" cy="18288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91840"/>
            <a:ext cx="2468880" cy="2834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NEON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Hex: #39FF14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RGB(57, 255, 20)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Usage Rule: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Stage Score, Accents, Active Headers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463040"/>
            <a:ext cx="2468880" cy="18288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3291840"/>
            <a:ext cx="2468880" cy="2834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X CYAN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840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Hex: #00E5FF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RGB(0, 229, 255)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45720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Usage Rule: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X Tablet, Blue Buzzer, Progress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468880" cy="182880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3291840"/>
            <a:ext cx="2468880" cy="2834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Y CRIMSON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840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Hex: #FF3B30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RGB(255, 59, 48)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45720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Usage Rule: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Y Tablet, Red Buzzer, Wrong Alert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23960" y="1463040"/>
            <a:ext cx="2468880" cy="18288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8823960" y="3291840"/>
            <a:ext cx="2468880" cy="2834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PURPLE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06840" y="3840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Hex: #A855F7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RGB(168, 85, 247)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06840" y="45720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Usage Rule: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Gamemaster Controls &amp; Master Admin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 &amp; Resolution Hierarchy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Infinix XPAD 30 Pro x Ruangguru  |  Clash of Unxpadted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Typography Tokens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/ HEADLINE FONT: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InfinixDisplay / Outfit / Space Grotesk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&amp; UI FONT: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Aktiv Grotesk Ex / Inter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RULES FOR DESIGNERS: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Headings must be uppercase for Station Titles.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Numbers in Math/Score UI must use tabular monospaced digits to prevent width jumping.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512064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Resolution &amp; Viewport Target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📺 MAIN STAGE DISPLAY: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Resolution: 1920 x 1080 (16:9 Aspect Ratio)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Viewing Distance: High visibility from 15 meters.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📱 PLAYER TABLET VIEW (XPAD 30 Pro):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Resolution: 2560 x 1600 (16:10 Aspect Ratio)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Orientation: Landscape default.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Touch Target Minimum: 48px x 48px for finger taps.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GRAPHIC DESIGNERS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 Specs — Numpad &amp; Controls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Infinix XPAD 30 Pro x Ruangguru  |  Clash of Unxpadted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On-Screen Numpad Specifications (Station X1)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9875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Vector SVG Standard: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Use stroke-width: 2.2px for icons.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Icons: Clear (Trash/Cross), Backspace (Eraser/Left Arrow), Enter (Checkmark), Skip (Fast-Forward Chevron).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Key Button Dimensions: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Base Button: Height 56px, Grid Gap 10px.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Corner Radius: 8px bevel / rounded corners.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Touch Interactive States: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Idle State: Fill #141414, Border #262626, Shadow 0 4px 12px rgba(0,0,0,0.5).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Active/Pressed State: transform: scale(0.96), Border #39FF14, Box-Shadow 0 0 15px rgba(57,255,20,0.4).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Skip Button: High contrast warning yellow border (#FFCC00) with solid black text.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GRAPHIC DESIGNERS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 Specs — Arcade Buzzer &amp; Choice Cards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Infinix XPAD 30 Pro x Ruangguru  |  Clash of Unxpadted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Esports Arcade Buzzer Spec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Circular Shape: 220px x 220px diameter.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Radial Gradient Fill: Center #00E5FF to Edge #007AFF.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Outer Rim: 4px solid white metallic ring.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Pulsing Glow: CSS keyframe animation @keyframes ripplePulse (0 0 30px rgba(0,229,255,0.6)).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Depressed Feedback: Scale to 0.92 on touch with instant haptic audio sound.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12064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🃏 Cybertech Choice Cards [A, B, C, D]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Card Container: Dark glass #141414, 1.5px border #262626.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Option Badges: Letter badges A, B, C, D in bold primary green background (#39FF14) with dark text.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Selected State: Solid neon green border + 20px box-shadow glow.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Disabled State: 40% opacity with lock icon when lockout is active.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GAME CONTENT WRITERS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Architecture &amp; CSV Rules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Infinix XPAD 30 Pro x Ruangguru  |  Clash of Unxpadted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Universal CSV File &amp; Encoding Standards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9875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File Encoding: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MUST be saved as UTF-8 (Without BOM).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Escape Quotes &amp; Commas: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Wrap text containing commas or special math symbols in double quotes: "47 + 58 = ?"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Pipe Delimiter for Multiple Choice: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Separate multiple choice options using vertical pipe symbol `|` without spaces around pipe: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 A. 16 Agustus|B. 17 Agustus|C. 18 Agustus|D. 19 Agustus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Automatic Live Import: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Uploading a valid CSV automatically sets currentStation and stationVisibility ON across all tablet &amp; stage display screens live.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GAME CONTENT WRITERS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X1 &amp; X2 Content Requirements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Infinix XPAD 30 Pro x Ruangguru  |  Clash of Unxpadted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Station X1: Math Speedrun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CSV Template: sample_x1_questions.csv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Headers: station_id, question_text, choices, correct_answer, points, time_limit_sec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Writing Guidelines: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Target Count: 20 to 30 math problems.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Question Format: Clear arithmetic expressions (e.g. 245 + 179 = ?).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Correct Answer: Exact integer or decimal string (e.g. 424).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Choices Column: Leave empty (numpad input used).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12064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Station X2: Cerdas Cermat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CSV Template: sample_x2_questions.csv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Headers: station_id, question_text, choices, correct_answer, points, time_limit_sec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Writing Guidelines: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Target Count: 15 multiple choice questions.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Question Max Length: Max 120 characters.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Choices Format: Exactly 4 choices separated by `|` (e.g. A. Choice|B. Choice|C. Choice|D. Choice).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Correct Answer: Single uppercase letter A, B, C, or 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GAME CONTENT WRITERS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X3 &amp; X4 Content Requirements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Infinix XPAD 30 Pro x Ruangguru  |  Clash of Unxpadted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Station X3: AI Unsolved Case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CSV Template: sample_x3_questions.csv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Headers: station_id, title, location, time, incident, expected_suspect, expected_reason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Writing Guidelines: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Incident Narrative: Max 200 characters describing the mystery.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Expected Suspect: Suspect ID (e.g. dika, sita, boni).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Expected Reason: Key clue bullet points for GM manual grading.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12064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Station X4: Flash Memory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CSV Template: sample_x4_questions.csv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Headers: station_id, question_text, choices, correct_answer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Writing Guidelines: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Target Count: 9 recall questions corresponding to media shown.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Question Focus: Specific visual details (colors, counts, sequence).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Correct Answer: Single letter (A, B, C, D).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WORKFLOW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&amp; Delivery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Infinix XPAD 30 Pro x Ruangguru  |  Clash of Unxpadted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Collaborative Handoff Pipeline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9875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Graphic Designer Deliverables: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Export SVG vectors to `public/assets/ui/` (icons, badges, bezel frames).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Verify key button active states match high contrast neon dark mode.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Game Content Writer Deliverables: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Save formatted question files in `sample_question/` directory.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Test CSV import directly via Gamemaster Control Panel (`/gm.html`).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Live Event Test Protocol: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Use Multiview (`/multiview.html`) to verify all 4 screens update simultaneously in real time.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Infinix Mobility x Ruangguru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Clash of Unxpadted - Design System &amp; Content PRD</dc:title>
  <dc:subject>PptxGenJS Presentation</dc:subject>
  <dc:creator>Antigravity AI</dc:creator>
  <cp:lastModifiedBy>Antigravity AI</cp:lastModifiedBy>
  <cp:revision>1</cp:revision>
  <dcterms:created xsi:type="dcterms:W3CDTF">2026-07-30T15:33:06Z</dcterms:created>
  <dcterms:modified xsi:type="dcterms:W3CDTF">2026-07-30T15:33:06Z</dcterms:modified>
</cp:coreProperties>
</file>