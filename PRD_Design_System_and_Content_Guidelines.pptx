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8080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39FF1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9FF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CLASH OF UNXPADTED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173736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System &amp; Content PRD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31520" y="2560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3A3A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Technical &amp; Visual Requirements for Graphic Designers and Game Content Writers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3291840"/>
            <a:ext cx="10698480" cy="2743200"/>
          </a:xfrm>
          <a:prstGeom prst="rect">
            <a:avLst/>
          </a:prstGeom>
          <a:solidFill>
            <a:srgbClr val="181818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356616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9FF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&amp; HARDWARE SPECIFICATIONS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05840" y="4023360"/>
            <a:ext cx="101498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Hardware Focus: Infinix XPAD 30 Pro (11" 2K Display, 90Hz Refresh Rate, Dual Speakers)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Target Audience: "Slash Gen" Students (18–25) — Hybrid Competition (Academic x Esports)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Design Philosophy: Dark Mode Neon High-Contrast UI optimized for outdoor esports arena lighting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Content Standard: Universal CSV data structures with live WebSockets sync across all devices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8080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9FF1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32004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9FF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STRATEGY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5486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Overview &amp; Product Vision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48640" y="6217920"/>
            <a:ext cx="11091672" cy="18288"/>
          </a:xfrm>
          <a:prstGeom prst="rect">
            <a:avLst/>
          </a:prstGeom>
          <a:solidFill>
            <a:srgbClr val="2A2A2A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6309360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Infinix XPAD 30 Pro × Ruangguru  |  Clash of Unxpadted Design System PRD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188720"/>
            <a:ext cx="5394960" cy="4846320"/>
          </a:xfrm>
          <a:prstGeom prst="rect">
            <a:avLst/>
          </a:prstGeom>
          <a:solidFill>
            <a:srgbClr val="181818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3716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9FF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🎮 Core Product Concept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1828800"/>
            <a:ext cx="4846320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Hybrid Tournament Platform: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  Combines Esports speed with Academic challenge (Ruangguru).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Multi-screen Real-time Sync: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  Node.js + Socket.IO server orchestrating Stage Display, Gamemaster Panel, and Player Tablets.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Zero-Latency Touch UI: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  Built for instant touch response on XPAD 30 Pro tablets.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High-Contrast Cyber Aesthetic: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  Designed specifically for outdoor arena sunlight visibility.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17920" y="1188720"/>
            <a:ext cx="5394960" cy="4846320"/>
          </a:xfrm>
          <a:prstGeom prst="rect">
            <a:avLst/>
          </a:prstGeom>
          <a:solidFill>
            <a:srgbClr val="181818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13716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E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Dual Stakeholder Guidelines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92240" y="1828800"/>
            <a:ext cx="4846320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🎨 FOR GRAPHIC DESIGNERS: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- Standardized SVG &amp; PNG asset specs.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- Strict color tokens &amp; 2K display DPI scaling.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- Touch feedback states (Idle, Hover, Active, Shockwave).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📝 FOR GAME CONTENT WRITERS: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- Universal CSV formatting rules &amp; syntax delimiters.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- Precise character counts for 4 game stations.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- Automated validation &amp; live GM import rules.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8080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9FF1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32004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9FF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 DESIGN SYSTEM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5486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System — Color Tokens &amp; Palette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48640" y="6217920"/>
            <a:ext cx="11091672" cy="18288"/>
          </a:xfrm>
          <a:prstGeom prst="rect">
            <a:avLst/>
          </a:prstGeom>
          <a:solidFill>
            <a:srgbClr val="2A2A2A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6309360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Infinix XPAD 30 Pro × Ruangguru  |  Clash of Unxpadted Design System PRD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188720"/>
            <a:ext cx="2560320" cy="1280160"/>
          </a:xfrm>
          <a:prstGeom prst="rect">
            <a:avLst/>
          </a:prstGeom>
          <a:solidFill>
            <a:srgbClr val="39FF14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560320"/>
            <a:ext cx="2560320" cy="3474720"/>
          </a:xfrm>
          <a:prstGeom prst="rect">
            <a:avLst/>
          </a:prstGeom>
          <a:solidFill>
            <a:srgbClr val="181818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7432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NEON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310896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9FF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Hex: #39FF14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39FF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RGB(57, 255, 20)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31520" y="3749040"/>
            <a:ext cx="21945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A3A3A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Usage Rule: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A3A3A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Stage Score, Accents, Active Headers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383280" y="1188720"/>
            <a:ext cx="2560320" cy="1280160"/>
          </a:xfrm>
          <a:prstGeom prst="rect">
            <a:avLst/>
          </a:prstGeom>
          <a:solidFill>
            <a:srgbClr val="00E5FF"/>
          </a:solidFill>
          <a:ln/>
        </p:spPr>
      </p:sp>
      <p:sp>
        <p:nvSpPr>
          <p:cNvPr id="14" name="Shape 12"/>
          <p:cNvSpPr/>
          <p:nvPr/>
        </p:nvSpPr>
        <p:spPr>
          <a:xfrm>
            <a:off x="3383280" y="2560320"/>
            <a:ext cx="2560320" cy="3474720"/>
          </a:xfrm>
          <a:prstGeom prst="rect">
            <a:avLst/>
          </a:prstGeom>
          <a:solidFill>
            <a:srgbClr val="181818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66160" y="27432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X CYAN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566160" y="310896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9FF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Hex: #00E5FF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39FF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RGB(0, 229, 255)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566160" y="3749040"/>
            <a:ext cx="21945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A3A3A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Usage Rule: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A3A3A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Team X Tablet, Blue Buzzer, Progress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217920" y="1188720"/>
            <a:ext cx="2560320" cy="1280160"/>
          </a:xfrm>
          <a:prstGeom prst="rect">
            <a:avLst/>
          </a:prstGeom>
          <a:solidFill>
            <a:srgbClr val="FF3B30"/>
          </a:solidFill>
          <a:ln/>
        </p:spPr>
      </p:sp>
      <p:sp>
        <p:nvSpPr>
          <p:cNvPr id="19" name="Shape 17"/>
          <p:cNvSpPr/>
          <p:nvPr/>
        </p:nvSpPr>
        <p:spPr>
          <a:xfrm>
            <a:off x="6217920" y="2560320"/>
            <a:ext cx="2560320" cy="3474720"/>
          </a:xfrm>
          <a:prstGeom prst="rect">
            <a:avLst/>
          </a:prstGeom>
          <a:solidFill>
            <a:srgbClr val="181818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0" y="27432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Y CRIMSON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00800" y="310896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9FF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Hex: #FF3B30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39FF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RGB(255, 59, 48)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400800" y="3749040"/>
            <a:ext cx="21945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A3A3A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Usage Rule: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A3A3A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Team Y Tablet, Red Buzzer, Wrong Alert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9052560" y="1188720"/>
            <a:ext cx="2560320" cy="128016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4" name="Shape 22"/>
          <p:cNvSpPr/>
          <p:nvPr/>
        </p:nvSpPr>
        <p:spPr>
          <a:xfrm>
            <a:off x="9052560" y="2560320"/>
            <a:ext cx="2560320" cy="3474720"/>
          </a:xfrm>
          <a:prstGeom prst="rect">
            <a:avLst/>
          </a:prstGeom>
          <a:solidFill>
            <a:srgbClr val="181818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235440" y="27432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PURPLE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9235440" y="310896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9FF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Hex: #A855F7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39FF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RGB(168, 85, 247)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235440" y="3749040"/>
            <a:ext cx="21945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A3A3A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Usage Rule: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A3A3A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Gamemaster Controls &amp; Master Admin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8080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9FF1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32004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9FF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 DESIGN SYSTEM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5486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Typography &amp; Resolution Hierarchy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48640" y="6217920"/>
            <a:ext cx="11091672" cy="18288"/>
          </a:xfrm>
          <a:prstGeom prst="rect">
            <a:avLst/>
          </a:prstGeom>
          <a:solidFill>
            <a:srgbClr val="2A2A2A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6309360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Infinix XPAD 30 Pro × Ruangguru  |  Clash of Unxpadted Design System PRD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188720"/>
            <a:ext cx="5394960" cy="4846320"/>
          </a:xfrm>
          <a:prstGeom prst="rect">
            <a:avLst/>
          </a:prstGeom>
          <a:solidFill>
            <a:srgbClr val="181818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3716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9FF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🔤 Typography Tokens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1828800"/>
            <a:ext cx="4846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A3A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DISPLAY / HEADLINE FONT: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22960" y="20574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InfinixDisplay / Outfit / Space Grotesk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2960" y="2560320"/>
            <a:ext cx="4846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A3A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BODY &amp; UI FONT: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822960" y="278892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Aktiv Grotesk Ex / Inter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2960" y="3383280"/>
            <a:ext cx="484632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A3A3A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RULES FOR DESIGNERS: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A3A3A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Headings must be uppercase for Station Titles.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A3A3A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Numbers in Math/Score UI must use tabular monospaced digits to prevent width jumping.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217920" y="1188720"/>
            <a:ext cx="5394960" cy="4846320"/>
          </a:xfrm>
          <a:prstGeom prst="rect">
            <a:avLst/>
          </a:prstGeom>
          <a:solidFill>
            <a:srgbClr val="181818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13716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E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📐 Resolution &amp; Viewport Target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492240" y="1828800"/>
            <a:ext cx="4846320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📺 MAIN STAGE DISPLAY: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Resolution: 1920 x 1080 (16:9 Aspect Ratio)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Viewing Distance: High visibility from 15 meters.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📱 PLAYER TABLET VIEW (XPAD 30 Pro):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Resolution: 2560 x 1600 (16:10 Aspect Ratio)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Orientation: Landscape default.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Touch Target Minimum: 48px x 48px for finger taps.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8080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9FF1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32004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9FF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GRAPHIC DESIGNERS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5486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Graphic Specs — Numpad &amp; Controls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48640" y="6217920"/>
            <a:ext cx="11091672" cy="18288"/>
          </a:xfrm>
          <a:prstGeom prst="rect">
            <a:avLst/>
          </a:prstGeom>
          <a:solidFill>
            <a:srgbClr val="2A2A2A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6309360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Infinix XPAD 30 Pro × Ruangguru  |  Clash of Unxpadted Design System PRD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188720"/>
            <a:ext cx="5394960" cy="4846320"/>
          </a:xfrm>
          <a:prstGeom prst="rect">
            <a:avLst/>
          </a:prstGeom>
          <a:solidFill>
            <a:srgbClr val="181818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3716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9FF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⌨️ Vector SVG &amp; Key Dimensions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1828800"/>
            <a:ext cx="4846320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Vector SVG Standard: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  Use stroke-width: 2.2px for icons.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  Icons: Clear (Trash), Backspace (Eraser), Enter (Checkmark), Skip (Fast-Forward Chevron).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Key Button Dimensions: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  Base Button Height 56px, Grid Gap 10px.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  Corner Radius: 8px bevel / rounded corners.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Icon Format: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  Inline SVG for zero load time and clean resolution scaling.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17920" y="1188720"/>
            <a:ext cx="5394960" cy="4846320"/>
          </a:xfrm>
          <a:prstGeom prst="rect">
            <a:avLst/>
          </a:prstGeom>
          <a:solidFill>
            <a:srgbClr val="181818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13716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E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✨ Touch Interactive States &amp; Glow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92240" y="1828800"/>
            <a:ext cx="4846320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Idle State: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  Fill #141414, Border #262626, Shadow 0 4px 12px rgba(0,0,0,0.5).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Active / Pressed State: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  transform: scale(0.96), Border #39FF14, Box-Shadow 0 0 15px rgba(57,255,20,0.4).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Skip Button: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  High contrast warning yellow border (#FFCC00) with solid black text.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8080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9FF1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32004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9FF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GRAPHIC DESIGNERS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5486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Graphic Specs — Arcade Buzzer &amp; Choice Cards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48640" y="6217920"/>
            <a:ext cx="11091672" cy="18288"/>
          </a:xfrm>
          <a:prstGeom prst="rect">
            <a:avLst/>
          </a:prstGeom>
          <a:solidFill>
            <a:srgbClr val="2A2A2A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6309360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Infinix XPAD 30 Pro × Ruangguru  |  Clash of Unxpadted Design System PRD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188720"/>
            <a:ext cx="5394960" cy="4846320"/>
          </a:xfrm>
          <a:prstGeom prst="rect">
            <a:avLst/>
          </a:prstGeom>
          <a:solidFill>
            <a:srgbClr val="181818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3716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E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🔴 Esports Arcade Buzzer Spec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1828800"/>
            <a:ext cx="4846320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Circular Shape: 220px x 220px diameter.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Radial Gradient Fill: Center #00E5FF to Edge #007AFF.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Outer Rim: 4px solid white metallic ring.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Pulsing Glow: CSS keyframe animation @keyframes ripplePulse (0 0 30px rgba(0,229,255,0.6)).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Depressed Feedback: Scale to 0.92 on touch with instant haptic audio sound.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17920" y="1188720"/>
            <a:ext cx="5394960" cy="4846320"/>
          </a:xfrm>
          <a:prstGeom prst="rect">
            <a:avLst/>
          </a:prstGeom>
          <a:solidFill>
            <a:srgbClr val="181818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13716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9FF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🃏 Cybertech Choice Cards [A, B, C, D]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92240" y="1828800"/>
            <a:ext cx="4846320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Card Container: Dark glass #141414, 1.5px border #262626.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Option Badges: Letter badges A, B, C, D in bold primary green background (#39FF14) with dark text.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Selected State: Solid neon green border + 20px box-shadow glow.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Disabled State: 40% opacity with lock icon when lockout is active.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8080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9FF1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32004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9FF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GAME CONTENT WRITERS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5486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Architecture &amp; CSV Rules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48640" y="6217920"/>
            <a:ext cx="11091672" cy="18288"/>
          </a:xfrm>
          <a:prstGeom prst="rect">
            <a:avLst/>
          </a:prstGeom>
          <a:solidFill>
            <a:srgbClr val="2A2A2A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6309360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Infinix XPAD 30 Pro × Ruangguru  |  Clash of Unxpadted Design System PRD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188720"/>
            <a:ext cx="5394960" cy="4846320"/>
          </a:xfrm>
          <a:prstGeom prst="rect">
            <a:avLst/>
          </a:prstGeom>
          <a:solidFill>
            <a:srgbClr val="181818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3716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9FF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📄 CSV Encoding &amp; Escaping Rules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1828800"/>
            <a:ext cx="4846320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File Encoding: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  MUST be saved as UTF-8 (Without BOM).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Escape Quotes &amp; Commas: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  Wrap text containing commas or special math symbols in double quotes: "47 + 58 = ?"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Case Sensitivity: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  Station IDs (X1, X2, X3, X4) and correct answers (A, B, C, D) must be UPPERCASE.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17920" y="1188720"/>
            <a:ext cx="5394960" cy="4846320"/>
          </a:xfrm>
          <a:prstGeom prst="rect">
            <a:avLst/>
          </a:prstGeom>
          <a:solidFill>
            <a:srgbClr val="181818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13716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E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🔗 Option Delimiters &amp; Auto-Sync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92240" y="1828800"/>
            <a:ext cx="4846320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Pipe Delimiter for Multiple Choice: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  Separate options using vertical pipe `|` without spaces around pipe: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  A. 16 Agustus|B. 17 Agustus|C. 18 Agustus|D. 19 Agustus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Automated Live Import: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  Uploading CSV automatically sets currentStation and turns stationVisibility ON across all tablets and stage displays live.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8080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9FF1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32004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9FF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GAME CONTENT WRITERS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5486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X1 &amp; X2 Content Requirements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48640" y="6217920"/>
            <a:ext cx="11091672" cy="18288"/>
          </a:xfrm>
          <a:prstGeom prst="rect">
            <a:avLst/>
          </a:prstGeom>
          <a:solidFill>
            <a:srgbClr val="2A2A2A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6309360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Infinix XPAD 30 Pro × Ruangguru  |  Clash of Unxpadted Design System PRD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188720"/>
            <a:ext cx="5394960" cy="4846320"/>
          </a:xfrm>
          <a:prstGeom prst="rect">
            <a:avLst/>
          </a:prstGeom>
          <a:solidFill>
            <a:srgbClr val="181818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3716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9FF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⚡ Station X1: Math Speedrun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1828800"/>
            <a:ext cx="4846320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CSV Template: sample_x1_questions.csv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Headers: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station_id, question_text, choices, correct_answer, points, time_limit_sec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Writing Guidelines: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Target Count: 20 to 30 math problems.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Question Format: Clear arithmetic expressions (e.g. 245 + 179 = ?).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Correct Answer: Exact integer or decimal string (e.g. 424).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Choices Column: Leave empty (numpad input used).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217920" y="1188720"/>
            <a:ext cx="5394960" cy="4846320"/>
          </a:xfrm>
          <a:prstGeom prst="rect">
            <a:avLst/>
          </a:prstGeom>
          <a:solidFill>
            <a:srgbClr val="181818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13716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E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🧠 Station X2: Cerdas Cermat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92240" y="1828800"/>
            <a:ext cx="4846320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CSV Template: sample_x2_questions.csv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Headers: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station_id, question_text, choices, correct_answer, points, time_limit_sec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Writing Guidelines: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Target Count: 15 multiple choice questions.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Question Max Length: Max 120 characters.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Choices Format: Exactly 4 choices separated by `|` (e.g. A. Choice|B. Choice|C. Choice|D. Choice).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Correct Answer: Single uppercase letter A, B, C, or D.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8080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9FF1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32004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9FF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GAME CONTENT WRITERS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5486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X3 &amp; X4 Content Requirements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48640" y="6217920"/>
            <a:ext cx="11091672" cy="18288"/>
          </a:xfrm>
          <a:prstGeom prst="rect">
            <a:avLst/>
          </a:prstGeom>
          <a:solidFill>
            <a:srgbClr val="2A2A2A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6309360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Infinix XPAD 30 Pro × Ruangguru  |  Clash of Unxpadted Design System PRD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188720"/>
            <a:ext cx="5394960" cy="4846320"/>
          </a:xfrm>
          <a:prstGeom prst="rect">
            <a:avLst/>
          </a:prstGeom>
          <a:solidFill>
            <a:srgbClr val="181818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3716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🔍 Station X3: AI Unsolved Case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1828800"/>
            <a:ext cx="4846320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CSV Template: sample_x3_questions.csv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Headers: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station_id, title, location, time, incident, expected_suspect, expected_reason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Writing Guidelines: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Incident Narrative: Max 200 characters describing the mystery.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Expected Suspect: Suspect ID (e.g. dika, sita, boni).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Expected Reason: Key clue bullet points for GM manual grading.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217920" y="1188720"/>
            <a:ext cx="5394960" cy="4846320"/>
          </a:xfrm>
          <a:prstGeom prst="rect">
            <a:avLst/>
          </a:prstGeom>
          <a:solidFill>
            <a:srgbClr val="181818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13716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📸 Station X4: Flash Memory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92240" y="1828800"/>
            <a:ext cx="4846320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CSV Template: sample_x4_questions.csv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Headers: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station_id, question_text, choices, correct_answer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Writing Guidelines: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Target Count: 9 recall questions corresponding to media shown.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Question Focus: Specific visual details (colors, counts, sequence).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Correct Answer: Single letter (A, B, C, D).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8080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9FF1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32004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9FF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WORKFLOW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5486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Handoff &amp; Delivery Workflow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48640" y="6217920"/>
            <a:ext cx="11091672" cy="18288"/>
          </a:xfrm>
          <a:prstGeom prst="rect">
            <a:avLst/>
          </a:prstGeom>
          <a:solidFill>
            <a:srgbClr val="2A2A2A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6309360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Infinix XPAD 30 Pro × Ruangguru  |  Clash of Unxpadted Design System PRD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188720"/>
            <a:ext cx="5394960" cy="4846320"/>
          </a:xfrm>
          <a:prstGeom prst="rect">
            <a:avLst/>
          </a:prstGeom>
          <a:solidFill>
            <a:srgbClr val="181818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3716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9FF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📁 Designer &amp; Writer Deliverables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1828800"/>
            <a:ext cx="4846320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1. Graphic Designer Deliverables: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   • Export SVG vectors to `public/assets/ui/` (icons, badges, bezel frames).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   • Verify key button active states match high contrast neon dark mode.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2. Game Content Writer Deliverables: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   • Save formatted question files in `sample_question/` directory.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   • Test CSV import directly via Gamemaster Control Panel (`/gm.html`).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17920" y="1188720"/>
            <a:ext cx="5394960" cy="4846320"/>
          </a:xfrm>
          <a:prstGeom prst="rect">
            <a:avLst/>
          </a:prstGeom>
          <a:solidFill>
            <a:srgbClr val="181818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13716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E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🧪 Live Event Test Protocol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92240" y="1828800"/>
            <a:ext cx="4846320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1. Multiview Test: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   Use `/multiview.html` to verify all 4 screens update simultaneously in real time.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2. Audio Sync Check: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   Confirm correct &amp; wrong haptic audio plays on tablet submit.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3. Render Production Verification: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   Verify URL `https://unxpadted.onrender.com` updates live upon CSV upload.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Infinix Mobility x Ruangguru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Clash of Unxpadted - Design System &amp; Content PRD</dc:title>
  <dc:subject>PptxGenJS Presentation</dc:subject>
  <dc:creator>Antigravity AI</dc:creator>
  <cp:lastModifiedBy>Antigravity AI</cp:lastModifiedBy>
  <cp:revision>1</cp:revision>
  <dcterms:created xsi:type="dcterms:W3CDTF">2026-07-30T15:37:14Z</dcterms:created>
  <dcterms:modified xsi:type="dcterms:W3CDTF">2026-07-30T15:37:14Z</dcterms:modified>
</cp:coreProperties>
</file>